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Diamond Constellation of the Omnistrux Meta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Overview &amp; Product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meta-architecture integrating technology, wellness, education, and spirituality.</a:t>
            </a:r>
          </a:p>
          <a:p>
            <a:r>
              <a:t>Four key facets: Digital, Physical, Experiential, Educational.</a:t>
            </a:r>
          </a:p>
          <a:p>
            <a:r>
              <a:t>Each facet mirrors a ‘diamond’ — strong, multifaceted, and light-bearing.</a:t>
            </a:r>
          </a:p>
          <a:p>
            <a:r>
              <a:t>Blends innovation with metaphysical alignment for real-world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Facets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Platforms: Omnistrux Cloud Suite, AI-Assisted Tools, Developer Marketplace.</a:t>
            </a:r>
          </a:p>
          <a:p>
            <a:r>
              <a:t>Physical Devices: Omnistrux Hub, Edge-AI Appliances, Smart Sensors.</a:t>
            </a:r>
          </a:p>
          <a:p>
            <a:r>
              <a:t>Experiential Products: VR/AR Worlds, Nootropic Teas, Meditation Tools.</a:t>
            </a:r>
          </a:p>
          <a:p>
            <a:r>
              <a:t>Educational Platforms: Omnistrux Academy, Retreats, Certification Programs.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and Market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MVPs prioritize low capital prototypes and real-world validation.</a:t>
            </a:r>
          </a:p>
          <a:p>
            <a:r>
              <a:t>Modular architecture enables rapid pivoting and scaling.</a:t>
            </a:r>
          </a:p>
          <a:p>
            <a:r>
              <a:t>Focus: scalability, transparency, and user-driven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(AUD)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3-Year Outlook (illustrative):</a:t>
            </a:r>
          </a:p>
          <a:p>
            <a:r>
              <a:t>Year 1: ~$1.35M total revenue</a:t>
            </a:r>
          </a:p>
          <a:p>
            <a:r>
              <a:t>Year 2: ~$2.65M total revenue</a:t>
            </a:r>
          </a:p>
          <a:p>
            <a:r>
              <a:t>Year 3: ~$4.05M total revenue</a:t>
            </a:r>
          </a:p>
          <a:p>
            <a:r>
              <a:t>Break-even typically achieved within 12–18 months per facet.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Metaphysical &amp; Esoteric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Diamond symbolizes light under pressure — resilience and transmutation.</a:t>
            </a:r>
          </a:p>
          <a:p>
            <a:r>
              <a:t>Mirrors the Vajra: unbreakable truth and divine clarity.</a:t>
            </a:r>
          </a:p>
          <a:p>
            <a:r>
              <a:t>Four facets align to body, mind, spirit, and technology — an integrated ascension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Diamond Constellation is both architecture and revelation.</a:t>
            </a:r>
          </a:p>
          <a:p>
            <a:r>
              <a:t>A blueprint for uniting human creativity and AI intelligence.</a:t>
            </a:r>
          </a:p>
          <a:p>
            <a:r>
              <a:t>A fractal network where innovation becomes sacred practice.</a:t>
            </a:r>
          </a:p>
          <a:p>
            <a:r>
              <a:t>The next evolution of value: transparency, consciousness, creation.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